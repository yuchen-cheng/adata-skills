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000"/>
    <a:srgbClr val="19C711"/>
    <a:srgbClr val="FF47FF"/>
    <a:srgbClr val="509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C7248-3B85-B69E-B610-A29D1B407D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9618" y="2621756"/>
            <a:ext cx="9144000" cy="2829719"/>
          </a:xfrm>
        </p:spPr>
        <p:txBody>
          <a:bodyPr anchor="b"/>
          <a:lstStyle>
            <a:lvl1pPr algn="l"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2026</a:t>
            </a:r>
            <a:br>
              <a:rPr lang="en-US" altLang="zh-TW" dirty="0"/>
            </a:br>
            <a:r>
              <a:rPr lang="en-US" altLang="zh-TW" dirty="0"/>
              <a:t>ADATA</a:t>
            </a:r>
            <a:r>
              <a:rPr lang="zh-TW" altLang="en-US" dirty="0"/>
              <a:t xml:space="preserve"> </a:t>
            </a:r>
            <a:r>
              <a:rPr lang="en-US" altLang="zh-TW" dirty="0"/>
              <a:t>BRAND</a:t>
            </a:r>
            <a:br>
              <a:rPr lang="en-US" altLang="zh-TW" dirty="0"/>
            </a:br>
            <a:r>
              <a:rPr lang="en-US" altLang="zh-TW" dirty="0"/>
              <a:t>PPT</a:t>
            </a:r>
            <a:r>
              <a:rPr lang="zh-TW" altLang="en-US" dirty="0"/>
              <a:t xml:space="preserve"> </a:t>
            </a:r>
            <a:r>
              <a:rPr lang="en-US" altLang="zh-TW" dirty="0"/>
              <a:t>Template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EBACEF1-C4F0-8C53-1C95-BD653AFAEF1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59618" y="5721826"/>
            <a:ext cx="5621215" cy="5588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FE000F12-733E-4C07-8C4F-DA4DD1142AA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9224960" y="5886134"/>
            <a:ext cx="2626521" cy="55880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2026</a:t>
            </a:r>
            <a:r>
              <a:rPr lang="zh-TW" altLang="en-US" dirty="0"/>
              <a:t xml:space="preserve"> </a:t>
            </a:r>
            <a:r>
              <a:rPr lang="en-US" altLang="zh-TW" dirty="0"/>
              <a:t>/</a:t>
            </a:r>
            <a:r>
              <a:rPr lang="zh-TW" altLang="en-US" dirty="0"/>
              <a:t xml:space="preserve"> </a:t>
            </a:r>
            <a:r>
              <a:rPr lang="en-US" altLang="zh-TW" dirty="0"/>
              <a:t>01</a:t>
            </a:r>
            <a:r>
              <a:rPr lang="zh-TW" altLang="en-US" dirty="0"/>
              <a:t xml:space="preserve"> </a:t>
            </a:r>
            <a:r>
              <a:rPr lang="en-US" altLang="zh-TW" dirty="0"/>
              <a:t>/</a:t>
            </a:r>
            <a:r>
              <a:rPr lang="zh-TW" altLang="en-US" dirty="0"/>
              <a:t xml:space="preserve"> </a:t>
            </a:r>
            <a:r>
              <a:rPr lang="en-US" altLang="zh-TW" dirty="0"/>
              <a:t>01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528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270E61-AA9C-3AA1-870D-CA661D93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4AFA2-228F-4C61-AC61-4405ABF25033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4074E5-7302-C0CD-3A57-082581E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0CA4C-D1ED-444C-4663-CCE2C440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BDDE3-9731-49B4-B0FB-C24F49C5663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A41CE1D-44B2-C9AD-BCBA-DB88A3AA30A5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3FF6C7B9-6648-F30C-2D40-B361FA264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6786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1A41F3E5-A6AD-F32F-88A3-479E33953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B67D3083-7BE8-39BD-9C99-67F80ACC39E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490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863BFBFA-AA8D-2B4C-A989-8AABA5A03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376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5097FF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id="{29678909-2A03-91E7-7CFF-67B5E9D7CD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1038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5097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10" name="內容版面配置區 3">
            <a:extLst>
              <a:ext uri="{FF2B5EF4-FFF2-40B4-BE49-F238E27FC236}">
                <a16:creationId xmlns:a16="http://schemas.microsoft.com/office/drawing/2014/main" id="{B81198C3-6227-4791-F8EF-2070D8CF502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2375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0532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55CA933B-B52B-600B-54F6-4BA6A7063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FF0EE1AC-F65F-88D5-BAA1-54F28E657FC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672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8937D4A-43F8-398A-90E0-FD84B250A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282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19C71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ACF3D52-2B8B-E678-A1BE-431561FBC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7944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19C71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65769EFC-A43B-7E4A-0968-1F2F93476E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89281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603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55CA933B-B52B-600B-54F6-4BA6A7063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FF0EE1AC-F65F-88D5-BAA1-54F28E657FC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34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8937D4A-43F8-398A-90E0-FD84B250A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282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FF9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ACF3D52-2B8B-E678-A1BE-431561FBC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7944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FF9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65769EFC-A43B-7E4A-0968-1F2F93476E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89281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67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比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55CA933B-B52B-600B-54F6-4BA6A7063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FF0EE1AC-F65F-88D5-BAA1-54F28E657FC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990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只有標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8937D4A-43F8-398A-90E0-FD84B250A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282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FF47FF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AACF3D52-2B8B-E678-A1BE-431561FBC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7944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FF47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8" name="內容版面配置區 3">
            <a:extLst>
              <a:ext uri="{FF2B5EF4-FFF2-40B4-BE49-F238E27FC236}">
                <a16:creationId xmlns:a16="http://schemas.microsoft.com/office/drawing/2014/main" id="{65769EFC-A43B-7E4A-0968-1F2F93476E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89281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4423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74967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7132EC0-3CCB-9006-29F8-137EF333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E60A8-C6E3-0566-5D32-6D054CE7B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AC589B-4352-7A12-F125-1194B96DA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4AFA2-228F-4C61-AC61-4405ABF25033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699B4B-B83D-986E-2DBD-2FEF8DE5AB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A3FCF4-C225-FE70-D75D-4347B105A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BDDE3-9731-49B4-B0FB-C24F49C566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99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D9AFA1C-8C68-856C-0A62-547E86653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/>
        <p:txBody>
          <a:bodyPr anchor="b"/>
          <a:lstStyle>
            <a:lvl1pPr algn="l">
              <a:defRPr sz="66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2026</a:t>
            </a:r>
            <a:br>
              <a:rPr lang="en-US" altLang="zh-TW" dirty="0"/>
            </a:br>
            <a:r>
              <a:rPr lang="en-US" altLang="zh-TW" dirty="0"/>
              <a:t>ADATA</a:t>
            </a:r>
            <a:r>
              <a:rPr lang="zh-TW" altLang="en-US" dirty="0"/>
              <a:t xml:space="preserve"> </a:t>
            </a:r>
            <a:r>
              <a:rPr lang="en-US" altLang="zh-TW" dirty="0"/>
              <a:t>BRAND</a:t>
            </a:r>
            <a:br>
              <a:rPr lang="en-US" altLang="zh-TW" dirty="0"/>
            </a:br>
            <a:r>
              <a:rPr lang="en-US" altLang="zh-TW" dirty="0"/>
              <a:t>PPT</a:t>
            </a:r>
            <a:r>
              <a:rPr lang="zh-TW" altLang="en-US" dirty="0"/>
              <a:t xml:space="preserve"> </a:t>
            </a:r>
            <a:r>
              <a:rPr lang="en-US" altLang="zh-TW" dirty="0"/>
              <a:t>Template</a:t>
            </a:r>
            <a:endParaRPr lang="zh-TW" altLang="en-US" dirty="0"/>
          </a:p>
        </p:txBody>
      </p:sp>
      <p:sp>
        <p:nvSpPr>
          <p:cNvPr id="6" name="日期版面配置區 3">
            <a:extLst>
              <a:ext uri="{FF2B5EF4-FFF2-40B4-BE49-F238E27FC236}">
                <a16:creationId xmlns:a16="http://schemas.microsoft.com/office/drawing/2014/main" id="{1752A78B-71DF-AF73-2792-FB6A0C09146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23912" y="5734843"/>
            <a:ext cx="2743200" cy="365125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D7BC3E7B-DB9E-18A1-135B-0282A8C395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6312" y="5734843"/>
            <a:ext cx="2743200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dirty="0">
                <a:latin typeface="+mn-lt"/>
              </a:rPr>
              <a:t>2026</a:t>
            </a:r>
            <a:r>
              <a:rPr lang="zh-TW" altLang="en-US" dirty="0">
                <a:latin typeface="+mn-lt"/>
              </a:rPr>
              <a:t xml:space="preserve"> </a:t>
            </a:r>
            <a:r>
              <a:rPr lang="en-US" altLang="zh-TW" dirty="0">
                <a:latin typeface="+mn-lt"/>
              </a:rPr>
              <a:t>/</a:t>
            </a:r>
            <a:r>
              <a:rPr lang="zh-TW" altLang="en-US" dirty="0">
                <a:latin typeface="+mn-lt"/>
              </a:rPr>
              <a:t xml:space="preserve"> </a:t>
            </a:r>
            <a:r>
              <a:rPr lang="en-US" altLang="zh-TW" dirty="0">
                <a:latin typeface="+mn-lt"/>
              </a:rPr>
              <a:t>01</a:t>
            </a:r>
            <a:r>
              <a:rPr lang="zh-TW" altLang="en-US" dirty="0">
                <a:latin typeface="+mn-lt"/>
              </a:rPr>
              <a:t xml:space="preserve"> </a:t>
            </a:r>
            <a:r>
              <a:rPr lang="en-US" altLang="zh-TW" dirty="0">
                <a:latin typeface="+mn-lt"/>
              </a:rPr>
              <a:t>/</a:t>
            </a:r>
            <a:r>
              <a:rPr lang="zh-TW" altLang="en-US" dirty="0">
                <a:latin typeface="+mn-lt"/>
              </a:rPr>
              <a:t xml:space="preserve"> </a:t>
            </a:r>
            <a:r>
              <a:rPr lang="en-US" altLang="zh-TW" dirty="0">
                <a:latin typeface="+mn-lt"/>
              </a:rPr>
              <a:t>01</a:t>
            </a:r>
            <a:endParaRPr lang="zh-TW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529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6D41B9A-4DAB-4A20-07C2-FC35203AEC5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/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A70A1515-1B16-B599-8756-EFD576098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66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Agenda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738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DD24D52C-7147-EAFD-4179-9D1F8C75D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66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C90F7BA0-5071-8CE5-AD52-2F22A67B40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/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076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D1607A5D-F7A6-D3EA-1E83-82A49FA69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376" y="86407"/>
            <a:ext cx="11607248" cy="1325563"/>
          </a:xfrm>
        </p:spPr>
        <p:txBody>
          <a:bodyPr anchor="ctr">
            <a:normAutofit/>
          </a:bodyPr>
          <a:lstStyle>
            <a:lvl1pPr>
              <a:defRPr sz="5500">
                <a:solidFill>
                  <a:srgbClr val="5097FF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042BB6C4-6C63-03B5-D8E8-6F278153771E}"/>
              </a:ext>
            </a:extLst>
          </p:cNvPr>
          <p:cNvSpPr txBox="1">
            <a:spLocks/>
          </p:cNvSpPr>
          <p:nvPr/>
        </p:nvSpPr>
        <p:spPr>
          <a:xfrm>
            <a:off x="311038" y="1251183"/>
            <a:ext cx="11588586" cy="42755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rgbClr val="5097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Subtitle</a:t>
            </a:r>
            <a:endParaRPr lang="zh-TW" altLang="en-US" dirty="0"/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D7394FCF-C31E-E43B-CCB6-CDF8271DC9D2}"/>
              </a:ext>
            </a:extLst>
          </p:cNvPr>
          <p:cNvSpPr txBox="1">
            <a:spLocks/>
          </p:cNvSpPr>
          <p:nvPr/>
        </p:nvSpPr>
        <p:spPr>
          <a:xfrm>
            <a:off x="292375" y="1810334"/>
            <a:ext cx="11607249" cy="41404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2606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2DFACDF4-B410-A758-10C3-F52AA43844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66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29A5CBA-F2A8-6A7A-E862-34FF0EB3C9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/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36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8BF7304-9065-1853-85A0-C6A81C569E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282" y="86407"/>
            <a:ext cx="11607248" cy="1325563"/>
          </a:xfrm>
        </p:spPr>
        <p:txBody>
          <a:bodyPr anchor="ctr">
            <a:normAutofit/>
          </a:bodyPr>
          <a:lstStyle>
            <a:lvl1pPr>
              <a:defRPr sz="5500">
                <a:solidFill>
                  <a:srgbClr val="19C71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7559CB5E-C13B-EAC5-DA19-8DDC256062E3}"/>
              </a:ext>
            </a:extLst>
          </p:cNvPr>
          <p:cNvSpPr txBox="1">
            <a:spLocks/>
          </p:cNvSpPr>
          <p:nvPr/>
        </p:nvSpPr>
        <p:spPr>
          <a:xfrm>
            <a:off x="307944" y="1251183"/>
            <a:ext cx="11588586" cy="42755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b="1" kern="1200">
                <a:solidFill>
                  <a:srgbClr val="19C71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Subtitle</a:t>
            </a:r>
            <a:endParaRPr lang="zh-TW" altLang="en-US" dirty="0"/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5F8FB6CD-8EF6-EE7A-FD20-6D7DB275DF73}"/>
              </a:ext>
            </a:extLst>
          </p:cNvPr>
          <p:cNvSpPr txBox="1">
            <a:spLocks/>
          </p:cNvSpPr>
          <p:nvPr/>
        </p:nvSpPr>
        <p:spPr>
          <a:xfrm>
            <a:off x="289281" y="1810334"/>
            <a:ext cx="11607249" cy="41404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301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3800DA-8D80-9C23-AA7E-A5E7CDAE0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047280-E469-5BDE-9C29-C5B28A4FB77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lvl="0"/>
            <a:r>
              <a:rPr lang="en-US" altLang="zh-TW" dirty="0"/>
              <a:t>Subtitle</a:t>
            </a:r>
          </a:p>
          <a:p>
            <a:pPr lvl="0">
              <a:defRPr/>
            </a:pPr>
            <a:r>
              <a:rPr lang="en-US" altLang="zh-TW" dirty="0"/>
              <a:t>Subtitle</a:t>
            </a:r>
          </a:p>
          <a:p>
            <a:pPr lvl="0"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350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B064FBD6-2B56-AF70-E936-FE98E431C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282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FF900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2597C2D5-431D-182E-4F1B-6179236F4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7944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FF9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9" name="內容版面配置區 3">
            <a:extLst>
              <a:ext uri="{FF2B5EF4-FFF2-40B4-BE49-F238E27FC236}">
                <a16:creationId xmlns:a16="http://schemas.microsoft.com/office/drawing/2014/main" id="{8A091E26-165D-CC3A-6CBB-B1B5749789E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89281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3160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23817A3A-A9E0-5970-F5B7-EA14096A49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048" y="1200400"/>
            <a:ext cx="6518596" cy="1213100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3DB9BB6-325F-F088-0F0D-304F9C0BEFA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60048" y="2605865"/>
            <a:ext cx="5621215" cy="2584939"/>
          </a:xfrm>
        </p:spPr>
        <p:txBody>
          <a:bodyPr>
            <a:normAutofit/>
          </a:bodyPr>
          <a:lstStyle>
            <a:lvl1pPr marL="268288" marR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marL="268288" marR="0" lvl="0" indent="-2682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Subtitle</a:t>
            </a:r>
          </a:p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371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9DECF851-42B4-A83B-17C5-FEA63A169B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282" y="86407"/>
            <a:ext cx="11607248" cy="1325563"/>
          </a:xfrm>
        </p:spPr>
        <p:txBody>
          <a:bodyPr>
            <a:normAutofit/>
          </a:bodyPr>
          <a:lstStyle>
            <a:lvl1pPr>
              <a:defRPr sz="5500">
                <a:solidFill>
                  <a:srgbClr val="FF47FF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 altLang="zh-TW" dirty="0"/>
              <a:t>Main Title</a:t>
            </a:r>
            <a:endParaRPr lang="zh-TW" altLang="en-US" dirty="0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9DACAED8-EDB3-D5E1-B84D-582FB9BC17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7944" y="1251183"/>
            <a:ext cx="11588586" cy="427555"/>
          </a:xfrm>
        </p:spPr>
        <p:txBody>
          <a:bodyPr anchor="b">
            <a:noAutofit/>
          </a:bodyPr>
          <a:lstStyle>
            <a:lvl1pPr marL="0" indent="0">
              <a:buNone/>
              <a:defRPr sz="3000" b="1">
                <a:solidFill>
                  <a:srgbClr val="FF47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9" name="內容版面配置區 3">
            <a:extLst>
              <a:ext uri="{FF2B5EF4-FFF2-40B4-BE49-F238E27FC236}">
                <a16:creationId xmlns:a16="http://schemas.microsoft.com/office/drawing/2014/main" id="{262C170E-AF57-8984-B578-ECB13A6CB1B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89281" y="1810334"/>
            <a:ext cx="11607249" cy="414041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9831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73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ADATA 2026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5097FF"/>
      </a:accent1>
      <a:accent2>
        <a:srgbClr val="19C711"/>
      </a:accent2>
      <a:accent3>
        <a:srgbClr val="FF9000"/>
      </a:accent3>
      <a:accent4>
        <a:srgbClr val="FF47FF"/>
      </a:accent4>
      <a:accent5>
        <a:srgbClr val="5FE6FF"/>
      </a:accent5>
      <a:accent6>
        <a:srgbClr val="40FF00"/>
      </a:accent6>
      <a:hlink>
        <a:srgbClr val="734BFF"/>
      </a:hlink>
      <a:folHlink>
        <a:srgbClr val="FD6203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-ADATA-PPT Template.pptx" id="{5FE33BF4-29A0-43AF-9BD8-40D54B744D18}" vid="{2F39575D-E1FE-4389-BA52-FA35EE5E71E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57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2026 ADATA BRAND PPT Template</vt:lpstr>
      <vt:lpstr>Agenda</vt:lpstr>
      <vt:lpstr>Section Title</vt:lpstr>
      <vt:lpstr>Main Title</vt:lpstr>
      <vt:lpstr>Section Title</vt:lpstr>
      <vt:lpstr>Main Title</vt:lpstr>
      <vt:lpstr>Section Title</vt:lpstr>
      <vt:lpstr>Main Title</vt:lpstr>
      <vt:lpstr>Section Title</vt:lpstr>
      <vt:lpstr>Main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Q_Huang</dc:creator>
  <cp:lastModifiedBy>Yuchen_Cheng</cp:lastModifiedBy>
  <cp:revision>13</cp:revision>
  <dcterms:created xsi:type="dcterms:W3CDTF">2025-11-13T08:16:49Z</dcterms:created>
  <dcterms:modified xsi:type="dcterms:W3CDTF">2025-11-21T07:58:14Z</dcterms:modified>
</cp:coreProperties>
</file>